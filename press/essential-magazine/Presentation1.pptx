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1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3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02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39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7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7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2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9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5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40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78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7C6E9-3B80-5EF2-9326-30E8727D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AD13EF-74FA-4D38-8F15-B51F09C96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583125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8ABFEA7-1470-6DC0-77FF-6B58DD3F8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77E596-9BE9-871B-4D08-27EED49D0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308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Grandview Display</vt:lpstr>
      <vt:lpstr>DashVTI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D. Livingston Reid</dc:creator>
  <cp:lastModifiedBy>D. Livingston Reid</cp:lastModifiedBy>
  <cp:revision>1</cp:revision>
  <dcterms:created xsi:type="dcterms:W3CDTF">2026-09-15T20:57:07Z</dcterms:created>
  <dcterms:modified xsi:type="dcterms:W3CDTF">2026-09-15T20:59:10Z</dcterms:modified>
</cp:coreProperties>
</file>